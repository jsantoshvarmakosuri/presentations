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66FCF1"/>
                </a:solidFill>
              </a:defRPr>
            </a:pPr>
            <a:r>
              <a:t>Transforming KPI Intelligence with Autonomous Agents on AWS Bedrock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914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Content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Manual KPI analysis wastes time</a:t>
                      </a:r>
                    </a:p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Dashboards show 'what happened' not 'why'</a:t>
                      </a:r>
                    </a:p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Data analysts become bottlenecks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Conversational AI layer in Power BI</a:t>
                      </a:r>
                    </a:p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Users ask in natural language</a:t>
                      </a:r>
                    </a:p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Powered by Strands Swarm + AWS Bedrock AgentCore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10× faster insights</a:t>
                      </a:r>
                    </a:p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70% lower analytics cost</a:t>
                      </a:r>
                    </a:p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• Seamless Power BI integration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66FCF1"/>
                </a:solidFill>
              </a:defRPr>
            </a:pPr>
            <a:r>
              <a:t>Serverless AI Architecture on AWS Bedrock AgentCore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64592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Power BI iframe + React Chat 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Conversational UI for querying KPIs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API Gateway + FastAPI 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Auth, sessions, and routing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Strands Swarm on Bedrock AgentCore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 Orchestrator + 7 Metric Agents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Shared Tool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Snowflake MCP (AWS Lambda)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Executes SQL via Snowflake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LLM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Bedrock (Claude 3 Haiku / Nova Lite)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Reasoning and summarization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Data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Snowflake + 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KPI data + user metadata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CloudWatch, X-Ray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Logs, metrics, budget alerts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66FCF1"/>
                </a:solidFill>
              </a:defRPr>
            </a:pPr>
            <a:r>
              <a:t>Multi-Agent System Coordinated by Strands Swarm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Agent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Example Actions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Interprets intent and routes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Identify KPI agents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Metric Agents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Domain-specific 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Sales, Revenue, Ops, Risk, Finance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Memory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Context persistence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Recall user’s last queries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Gateway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Secure 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Fetch data via MCP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Snowflake MCP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Shared SQL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SELECT * FROM metrics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66FCF1"/>
                </a:solidFill>
              </a:defRPr>
            </a:pPr>
            <a:r>
              <a:t>End-to-End Query Flow (User → Insights)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82880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System Component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User types 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Power BI Chat UI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Message routed securely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FastAPI Gateway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Session 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RDS + Auth Middleware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Request to AgentCore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AWS Bedrock Runtime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Agents activated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Strands Swarm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Data fetched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Snowflake MCP (Lambda)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SQL executed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Snowflake Warehouse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Response synthesized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LLM (Claude 3)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Results formatted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Orchestrator</a:t>
                      </a:r>
                    </a:p>
                  </a:txBody>
                  <a:tcPr/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Answer 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Power BI UI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66FCF1"/>
                </a:solidFill>
              </a:defRPr>
            </a:pPr>
            <a:r>
              <a:t>Implementation Plan – 8–10 Weeks, 3 Developer Team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82880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Key Deliverables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Infra &amp; Auth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 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Backend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VPC, API Gateway, Cognito, RDS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Gateway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1.5 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Backend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FastAPI endpoints, session mgmt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Swarm 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2 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AI 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Orchestrator, metric agents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AgentCore 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1.5 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AI 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Runtime integration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Snowflake MCP 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 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Data 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Lambda + SQL tool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UI +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 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Frontend +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Power BI chat + QA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Testing &amp; 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 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CloudWatch + tuning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66FCF1"/>
                </a:solidFill>
              </a:defRPr>
            </a:pPr>
            <a:r>
              <a:t>Financials &amp; Operational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82880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Monthly Cost (USD)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AI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9M tokens/month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$2,700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Agent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AgentCore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120K invocations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$120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Memory &amp;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AgentCore APIs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Context &amp;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$4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Data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Snowflake + 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Warehouse + 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$68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API Gateway + 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Endpoints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$3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CloudWatch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Logs &amp; backups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$25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Overhead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IAM +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Ops 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$40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Base monthly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$2,980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+25% 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Token / usage 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$3,700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66FCF1"/>
                </a:solidFill>
              </a:defRPr>
            </a:pPr>
            <a:r>
              <a:t>Investment Ask &amp; Strategic Impact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Impact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Daily Users (Pilot)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20 users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Scalable 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500+ users, no infra change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Insight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90% faster vs manual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TCO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&lt;$4K/month vs $25K legacy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SOC2-ready, enterprise IAM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1371600"/>
          <a:ext cx="4114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% Allocation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Funding (USD)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Product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$60,000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Pilot Deployments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$45,000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Security &amp;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$22,500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Team Expansion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$22,500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Total Seed 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0F0F0"/>
                          </a:solidFill>
                        </a:defRPr>
                      </a:pPr>
                      <a:r>
                        <a:t>$150,000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