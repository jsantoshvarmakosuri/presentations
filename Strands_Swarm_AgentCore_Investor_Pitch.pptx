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8"/>
  </p:normalViewPr>
  <p:slideViewPr>
    <p:cSldViewPr snapToGrid="0" snapToObjects="1">
      <p:cViewPr varScale="1">
        <p:scale>
          <a:sx n="113" d="100"/>
          <a:sy n="113" d="100"/>
        </p:scale>
        <p:origin x="17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66FCF1"/>
                </a:solidFill>
              </a:defRPr>
            </a:pPr>
            <a:r>
              <a:t>Transforming KPI Intelligence with Autonomous Agents on AWS Bedrock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>
                <a:solidFill>
                  <a:srgbClr val="F0F0F0"/>
                </a:solidFill>
              </a:defRPr>
            </a:pPr>
            <a:r>
              <a:t>• Business teams spend hours manually analyzing KPIs.</a:t>
            </a:r>
            <a:br/>
            <a:r>
              <a:t>• Our platform answers 'why' and 'what to do next' using autonomous multi-agent intelligence.</a:t>
            </a:r>
            <a:br/>
            <a:r>
              <a:t>• Powered by Strands Swarm + AWS Bedrock AgentCore.</a:t>
            </a:r>
            <a:br/>
            <a:r>
              <a:t>• Embedded directly in Power BI dashboards.</a:t>
            </a:r>
            <a:br/>
            <a:br/>
            <a:r>
              <a:t>Impact:</a:t>
            </a:r>
            <a:br/>
            <a:r>
              <a:t>• 10× faster insights</a:t>
            </a:r>
            <a:br/>
            <a:r>
              <a:t>• 70% lower analytics cost per user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66FCF1"/>
                </a:solidFill>
              </a:defRPr>
            </a:pPr>
            <a:r>
              <a:t>Serverless AI Architecture on AWS Bedrock AgentCore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>
                <a:solidFill>
                  <a:srgbClr val="F0F0F0"/>
                </a:solidFill>
              </a:defRPr>
            </a:pPr>
            <a:r>
              <a:t>Frontend: Power BI + React Chat UI</a:t>
            </a:r>
            <a:br/>
            <a:r>
              <a:t>Gateway: FastAPI + AWS Lambda (Auth, Sessions)</a:t>
            </a:r>
            <a:br/>
            <a:r>
              <a:t>Core: Strands Swarm on Bedrock AgentCore (1 Orchestrator + 7 Metric Agents)</a:t>
            </a:r>
            <a:br/>
            <a:r>
              <a:t>Shared Tool: Snowflake MCP (AWS Lambda)</a:t>
            </a:r>
            <a:br/>
            <a:r>
              <a:t>LLMs: Claude 3 Haiku / Nova Lite (via Bedrock)</a:t>
            </a:r>
            <a:br/>
            <a:r>
              <a:t>Data Layer: Snowflake + RDS (PostgreSQL)</a:t>
            </a:r>
            <a:br/>
            <a:r>
              <a:t>Monitoring: CloudWatch, X-Ray, Budget Alerts</a:t>
            </a:r>
            <a:br/>
            <a:br/>
            <a:r>
              <a:t>→ Fully serverless, pay-per-use, near-zero DevOps.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66FCF1"/>
                </a:solidFill>
              </a:defRPr>
            </a:pPr>
            <a:r>
              <a:t>Lean Build → Scalable Growth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>
                <a:solidFill>
                  <a:srgbClr val="F0F0F0"/>
                </a:solidFill>
              </a:defRPr>
            </a:pPr>
            <a:r>
              <a:t>Execution Plan (8–10 Weeks):</a:t>
            </a:r>
            <a:br/>
            <a:r>
              <a:t>• Infra + Gateway Setup (1 wk)</a:t>
            </a:r>
            <a:br/>
            <a:r>
              <a:t>• Swarm + AgentCore Integration (3 wk)</a:t>
            </a:r>
            <a:br/>
            <a:r>
              <a:t>• Snowflake MCP Tool (1 wk)</a:t>
            </a:r>
            <a:br/>
            <a:r>
              <a:t>• UI Integration + QA (3–4 wk)</a:t>
            </a:r>
            <a:br/>
            <a:br/>
            <a:r>
              <a:t>Resources &amp; Cost:</a:t>
            </a:r>
            <a:br/>
            <a:r>
              <a:t>• 3 FTE (Backend, AI, Data)</a:t>
            </a:r>
            <a:br/>
            <a:r>
              <a:t>• 580 total hours (~190 per dev)</a:t>
            </a:r>
            <a:br/>
            <a:r>
              <a:t>• Build Cost: $35K</a:t>
            </a:r>
            <a:br/>
            <a:r>
              <a:t>• Monthly Ops: $3.7K</a:t>
            </a:r>
            <a:br/>
            <a:r>
              <a:t>• Year 1 Total: $79K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66FCF1"/>
                </a:solidFill>
              </a:defRPr>
            </a:pPr>
            <a:r>
              <a:t>Scalable Intelligence for Every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F0F0F0"/>
                </a:solidFill>
              </a:defRPr>
            </a:pPr>
            <a:r>
              <a:rPr dirty="0"/>
              <a:t>KPIs &amp; Impact:</a:t>
            </a:r>
            <a:br>
              <a:rPr dirty="0"/>
            </a:br>
            <a:r>
              <a:rPr dirty="0"/>
              <a:t>• 20 daily users → scales to 500+ without infra changes</a:t>
            </a:r>
            <a:br>
              <a:rPr dirty="0"/>
            </a:br>
            <a:r>
              <a:rPr dirty="0"/>
              <a:t>• 90% faster insight turnaround</a:t>
            </a:r>
            <a:br>
              <a:rPr dirty="0"/>
            </a:br>
            <a:r>
              <a:rPr dirty="0"/>
              <a:t>• Serverless TCO &lt; $4K/month (vs $25K legacy)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66FCF1"/>
                </a:solidFill>
              </a:defRPr>
            </a:pPr>
            <a:r>
              <a:t>Operational Breakdown &amp; Financial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>
                <a:solidFill>
                  <a:srgbClr val="F0F0F0"/>
                </a:solidFill>
              </a:defRPr>
            </a:pPr>
            <a:r>
              <a:t>Monthly Ops Breakdown (~$3.7K):</a:t>
            </a:r>
            <a:br/>
            <a:r>
              <a:t>• Bedrock LLM Usage: $2.7K</a:t>
            </a:r>
            <a:br/>
            <a:r>
              <a:t>• AgentCore Runtime + Memory + Tools: $125</a:t>
            </a:r>
            <a:br/>
            <a:r>
              <a:t>• Snowflake MCP (Lambda + Warehouse): $75</a:t>
            </a:r>
            <a:br/>
            <a:r>
              <a:t>• Infra (RDS, API Gateway, CloudWatch): $50</a:t>
            </a:r>
            <a:br/>
            <a:r>
              <a:t>• Monitoring &amp; Backup: $20</a:t>
            </a:r>
            <a:br/>
            <a:r>
              <a:t>• Buffer &amp; Overhead: $40</a:t>
            </a:r>
            <a:br/>
            <a:br/>
            <a:r>
              <a:t>Annualized Ops: ~$44K</a:t>
            </a:r>
            <a:br/>
            <a:r>
              <a:t>First-Year Build + Ops: ~$79K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401</Words>
  <Application>Microsoft Macintosh PowerPoint</Application>
  <PresentationFormat>On-screen Show (4:3)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Transforming KPI Intelligence with Autonomous Agents on AWS Bedrock</vt:lpstr>
      <vt:lpstr>Serverless AI Architecture on AWS Bedrock AgentCore</vt:lpstr>
      <vt:lpstr>Lean Build → Scalable Growth Trajectory</vt:lpstr>
      <vt:lpstr>Scalable Intelligence for Every Dashboard</vt:lpstr>
      <vt:lpstr>Operational Breakdown &amp; Financial Snapshot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Jitendra Santosh Varma Kosuri</cp:lastModifiedBy>
  <cp:revision>2</cp:revision>
  <dcterms:created xsi:type="dcterms:W3CDTF">2013-01-27T09:14:16Z</dcterms:created>
  <dcterms:modified xsi:type="dcterms:W3CDTF">2025-11-06T04:23:07Z</dcterms:modified>
  <cp:category/>
</cp:coreProperties>
</file>